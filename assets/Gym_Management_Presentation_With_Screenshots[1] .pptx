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7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8" r:id="rId14"/>
    <p:sldId id="271" r:id="rId15"/>
    <p:sldId id="275" r:id="rId16"/>
    <p:sldId id="277" r:id="rId17"/>
    <p:sldId id="278" r:id="rId18"/>
    <p:sldId id="269" r:id="rId19"/>
    <p:sldId id="272" r:id="rId20"/>
    <p:sldId id="273" r:id="rId21"/>
    <p:sldId id="274" r:id="rId22"/>
    <p:sldId id="27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81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4" autoAdjust="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43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mar Abhay" userId="0c821a757c2fc9e8" providerId="LiveId" clId="{77E7D26D-2E11-476A-9072-90BCB2FB5469}"/>
    <pc:docChg chg="modSld">
      <pc:chgData name="Parmar Abhay" userId="0c821a757c2fc9e8" providerId="LiveId" clId="{77E7D26D-2E11-476A-9072-90BCB2FB5469}" dt="2025-05-05T03:54:15.685" v="6" actId="1038"/>
      <pc:docMkLst>
        <pc:docMk/>
      </pc:docMkLst>
      <pc:sldChg chg="modSp mod">
        <pc:chgData name="Parmar Abhay" userId="0c821a757c2fc9e8" providerId="LiveId" clId="{77E7D26D-2E11-476A-9072-90BCB2FB5469}" dt="2025-05-05T03:54:15.685" v="6" actId="1038"/>
        <pc:sldMkLst>
          <pc:docMk/>
          <pc:sldMk cId="0" sldId="256"/>
        </pc:sldMkLst>
        <pc:spChg chg="mod">
          <ac:chgData name="Parmar Abhay" userId="0c821a757c2fc9e8" providerId="LiveId" clId="{77E7D26D-2E11-476A-9072-90BCB2FB5469}" dt="2025-05-05T03:54:15.685" v="6" actId="1038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2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1" name="arrow.wav"/>
          </p:stSnd>
        </p:sndAc>
      </p:transition>
    </mc:Choice>
    <mc:Fallback xmlns="">
      <p:transition spd="slow">
        <p:split orient="vert"/>
        <p:sndAc>
          <p:stSnd>
            <p:snd r:embed="rId3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97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1" name="arrow.wav"/>
          </p:stSnd>
        </p:sndAc>
      </p:transition>
    </mc:Choice>
    <mc:Fallback xmlns="">
      <p:transition spd="slow">
        <p:split orient="vert"/>
        <p:sndAc>
          <p:stSnd>
            <p:snd r:embed="rId3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3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1" name="arrow.wav"/>
          </p:stSnd>
        </p:sndAc>
      </p:transition>
    </mc:Choice>
    <mc:Fallback xmlns="">
      <p:transition spd="slow">
        <p:split orient="vert"/>
        <p:sndAc>
          <p:stSnd>
            <p:snd r:embed="rId3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52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1" name="arrow.wav"/>
          </p:stSnd>
        </p:sndAc>
      </p:transition>
    </mc:Choice>
    <mc:Fallback xmlns="">
      <p:transition spd="slow">
        <p:split orient="vert"/>
        <p:sndAc>
          <p:stSnd>
            <p:snd r:embed="rId3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57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1" name="arrow.wav"/>
          </p:stSnd>
        </p:sndAc>
      </p:transition>
    </mc:Choice>
    <mc:Fallback xmlns="">
      <p:transition spd="slow">
        <p:split orient="vert"/>
        <p:sndAc>
          <p:stSnd>
            <p:snd r:embed="rId4" name="arrow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2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1" name="arrow.wav"/>
          </p:stSnd>
        </p:sndAc>
      </p:transition>
    </mc:Choice>
    <mc:Fallback xmlns="">
      <p:transition spd="slow">
        <p:split orient="vert"/>
        <p:sndAc>
          <p:stSnd>
            <p:snd r:embed="rId3" name="arrow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93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1" name="arrow.wav"/>
          </p:stSnd>
        </p:sndAc>
      </p:transition>
    </mc:Choice>
    <mc:Fallback xmlns="">
      <p:transition spd="slow">
        <p:split orient="vert"/>
        <p:sndAc>
          <p:stSnd>
            <p:snd r:embed="rId3" name="arrow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6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1" name="arrow.wav"/>
          </p:stSnd>
        </p:sndAc>
      </p:transition>
    </mc:Choice>
    <mc:Fallback xmlns="">
      <p:transition spd="slow">
        <p:split orient="vert"/>
        <p:sndAc>
          <p:stSnd>
            <p:snd r:embed="rId3" name="arrow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24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1" name="arrow.wav"/>
          </p:stSnd>
        </p:sndAc>
      </p:transition>
    </mc:Choice>
    <mc:Fallback xmlns="">
      <p:transition spd="slow">
        <p:split orient="vert"/>
        <p:sndAc>
          <p:stSnd>
            <p:snd r:embed="rId4" name="arrow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75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1" name="arrow.wav"/>
          </p:stSnd>
        </p:sndAc>
      </p:transition>
    </mc:Choice>
    <mc:Fallback xmlns="">
      <p:transition spd="slow">
        <p:split orient="vert"/>
        <p:sndAc>
          <p:stSnd>
            <p:snd r:embed="rId4" name="arrow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3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1" name="arrow.wav"/>
          </p:stSnd>
        </p:sndAc>
      </p:transition>
    </mc:Choice>
    <mc:Fallback xmlns="">
      <p:transition spd="slow">
        <p:split orient="vert"/>
        <p:sndAc>
          <p:stSnd>
            <p:snd r:embed="rId3" name="arrow.wav"/>
          </p:stSnd>
        </p:sndAc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9719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1" name="arrow.wav"/>
          </p:stSnd>
        </p:sndAc>
      </p:transition>
    </mc:Choice>
    <mc:Fallback xmlns="">
      <p:transition spd="slow">
        <p:split orient="vert"/>
        <p:sndAc>
          <p:stSnd>
            <p:snd r:embed="rId3" name="arrow.wav"/>
          </p:stSnd>
        </p:sndAc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43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1" name="arrow.wav"/>
          </p:stSnd>
        </p:sndAc>
      </p:transition>
    </mc:Choice>
    <mc:Fallback xmlns="">
      <p:transition spd="slow">
        <p:split orient="vert"/>
        <p:sndAc>
          <p:stSnd>
            <p:snd r:embed="rId3" name="arrow.wav"/>
          </p:stSnd>
        </p:sndAc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10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1" name="arrow.wav"/>
          </p:stSnd>
        </p:sndAc>
      </p:transition>
    </mc:Choice>
    <mc:Fallback xmlns="">
      <p:transition spd="slow">
        <p:split orient="vert"/>
        <p:sndAc>
          <p:stSnd>
            <p:snd r:embed="rId3" name="arrow.wav"/>
          </p:stSnd>
        </p:sndAc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82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1" name="arrow.wav"/>
          </p:stSnd>
        </p:sndAc>
      </p:transition>
    </mc:Choice>
    <mc:Fallback xmlns="">
      <p:transition spd="slow">
        <p:split orient="vert"/>
        <p:sndAc>
          <p:stSnd>
            <p:snd r:embed="rId4" name="arrow.wav"/>
          </p:stSnd>
        </p:sndAc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61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1" name="arrow.wav"/>
          </p:stSnd>
        </p:sndAc>
      </p:transition>
    </mc:Choice>
    <mc:Fallback xmlns="">
      <p:transition spd="slow">
        <p:split orient="vert"/>
        <p:sndAc>
          <p:stSnd>
            <p:snd r:embed="rId3" name="arrow.wav"/>
          </p:stSnd>
        </p:sndAc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18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1" name="arrow.wav"/>
          </p:stSnd>
        </p:sndAc>
      </p:transition>
    </mc:Choice>
    <mc:Fallback xmlns="">
      <p:transition spd="slow">
        <p:split orient="vert"/>
        <p:sndAc>
          <p:stSnd>
            <p:snd r:embed="rId3" name="arrow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audio" Target="../media/audio1.wav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3645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74" r:id="rId4"/>
    <p:sldLayoutId id="2147483975" r:id="rId5"/>
    <p:sldLayoutId id="2147483976" r:id="rId6"/>
    <p:sldLayoutId id="2147483977" r:id="rId7"/>
    <p:sldLayoutId id="2147483978" r:id="rId8"/>
    <p:sldLayoutId id="2147483979" r:id="rId9"/>
    <p:sldLayoutId id="2147483980" r:id="rId10"/>
    <p:sldLayoutId id="2147483981" r:id="rId11"/>
    <p:sldLayoutId id="2147483982" r:id="rId12"/>
    <p:sldLayoutId id="2147483983" r:id="rId13"/>
    <p:sldLayoutId id="2147483984" r:id="rId14"/>
    <p:sldLayoutId id="2147483985" r:id="rId15"/>
    <p:sldLayoutId id="2147483986" r:id="rId16"/>
    <p:sldLayoutId id="2147483987" r:id="rId17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19" name="arrow.wav"/>
          </p:stSnd>
        </p:sndAc>
      </p:transition>
    </mc:Choice>
    <mc:Fallback xmlns="">
      <p:transition spd="slow">
        <p:split orient="vert"/>
        <p:sndAc>
          <p:stSnd>
            <p:snd r:embed="rId20" name="arrow.wav"/>
          </p:stSnd>
        </p:sndAc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hyperlink" Target="https://gym-management-system10.netlify.app/" TargetMode="External"/><Relationship Id="rId4" Type="http://schemas.openxmlformats.org/officeDocument/2006/relationships/hyperlink" Target="https://github.com/AbhayMParmar/Gym-Management-Syst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27079" y="1152353"/>
            <a:ext cx="4260393" cy="23649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400" b="1" dirty="0"/>
              <a:t>Gym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84955" y="3598339"/>
            <a:ext cx="4080965" cy="1675335"/>
          </a:xfrm>
        </p:spPr>
        <p:txBody>
          <a:bodyPr>
            <a:normAutofit/>
          </a:bodyPr>
          <a:lstStyle/>
          <a:p>
            <a:r>
              <a:rPr lang="en-US" dirty="0"/>
              <a:t>Web Application for Gym Administration &amp; Members</a:t>
            </a:r>
          </a:p>
          <a:p>
            <a:r>
              <a:rPr lang="en-US" b="1" dirty="0"/>
              <a:t>Presented by: </a:t>
            </a:r>
            <a:r>
              <a:rPr lang="en-US" dirty="0"/>
              <a:t>Abhay Parmar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76AAFF90-89E1-46D5-B8B5-3BFDBB92D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7986" y="1"/>
            <a:ext cx="3517898" cy="6858000"/>
          </a:xfrm>
          <a:prstGeom prst="rect">
            <a:avLst/>
          </a:prstGeom>
        </p:spPr>
      </p:pic>
      <p:pic>
        <p:nvPicPr>
          <p:cNvPr id="24" name="Graphic 23" descr="Dumbbell">
            <a:extLst>
              <a:ext uri="{FF2B5EF4-FFF2-40B4-BE49-F238E27FC236}">
                <a16:creationId xmlns:a16="http://schemas.microsoft.com/office/drawing/2014/main" id="{A1464B8E-83CE-99DB-8481-3845947E71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504" y="1871649"/>
            <a:ext cx="2663934" cy="26639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7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477" y="1115568"/>
            <a:ext cx="3160195" cy="4626864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Introduction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953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2"/>
          <p:cNvSpPr>
            <a:spLocks noGrp="1"/>
          </p:cNvSpPr>
          <p:nvPr>
            <p:ph idx="1"/>
          </p:nvPr>
        </p:nvSpPr>
        <p:spPr>
          <a:xfrm>
            <a:off x="3829048" y="1115568"/>
            <a:ext cx="4684014" cy="4626864"/>
          </a:xfrm>
        </p:spPr>
        <p:txBody>
          <a:bodyPr anchor="ctr">
            <a:normAutofit/>
          </a:bodyPr>
          <a:lstStyle/>
          <a:p>
            <a:r>
              <a:rPr lang="en-US" b="1" dirty="0"/>
              <a:t>Purpose: </a:t>
            </a:r>
            <a:r>
              <a:rPr lang="en-US" dirty="0"/>
              <a:t>Streamline gym operations like member registration, billing, diet plans, and supplement tracking.</a:t>
            </a:r>
          </a:p>
          <a:p>
            <a:r>
              <a:rPr lang="en-US" b="1" dirty="0"/>
              <a:t>Roles: </a:t>
            </a:r>
            <a:r>
              <a:rPr lang="en-US" dirty="0"/>
              <a:t>Admins, Members, and General Users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4" name="arrow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509" y="1115568"/>
            <a:ext cx="2615712" cy="4626864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Features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953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9048" y="1620456"/>
            <a:ext cx="4684014" cy="4121976"/>
          </a:xfrm>
        </p:spPr>
        <p:txBody>
          <a:bodyPr anchor="ctr">
            <a:normAutofit/>
          </a:bodyPr>
          <a:lstStyle/>
          <a:p>
            <a:r>
              <a:rPr b="1" dirty="0"/>
              <a:t>Admin Panel: </a:t>
            </a:r>
            <a:r>
              <a:rPr dirty="0"/>
              <a:t>Manage members, billing, notifications, supplements, and diet plans.</a:t>
            </a:r>
          </a:p>
          <a:p>
            <a:r>
              <a:rPr b="1" dirty="0"/>
              <a:t>Member Portal: </a:t>
            </a:r>
            <a:r>
              <a:rPr dirty="0"/>
              <a:t>View bills, notifications, profile updates.</a:t>
            </a:r>
          </a:p>
          <a:p>
            <a:r>
              <a:rPr b="1" dirty="0"/>
              <a:t>User Portal: </a:t>
            </a:r>
            <a:r>
              <a:rPr dirty="0"/>
              <a:t>View gym info, facilities, operating hours, personal records.</a:t>
            </a:r>
          </a:p>
          <a:p>
            <a:r>
              <a:rPr b="1" dirty="0"/>
              <a:t>Authentication: </a:t>
            </a:r>
            <a:r>
              <a:rPr dirty="0"/>
              <a:t>Login/Registration with roles (Admin, Member, User)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4" name="arrow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620" y="1115568"/>
            <a:ext cx="3067601" cy="4626864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Technology Stack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953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9048" y="1115568"/>
            <a:ext cx="4684014" cy="4626864"/>
          </a:xfrm>
        </p:spPr>
        <p:txBody>
          <a:bodyPr anchor="ctr">
            <a:normAutofit/>
          </a:bodyPr>
          <a:lstStyle/>
          <a:p>
            <a:r>
              <a:rPr b="1" dirty="0"/>
              <a:t>Frontend: </a:t>
            </a:r>
            <a:r>
              <a:rPr dirty="0"/>
              <a:t>HTML, CSS, JavaScript</a:t>
            </a:r>
          </a:p>
          <a:p>
            <a:r>
              <a:rPr b="1" dirty="0"/>
              <a:t>Backend/Database: </a:t>
            </a:r>
            <a:r>
              <a:rPr dirty="0" err="1"/>
              <a:t>Firestore</a:t>
            </a:r>
            <a:r>
              <a:rPr lang="en-IN" dirty="0"/>
              <a:t> Firebase</a:t>
            </a:r>
            <a:endParaRPr dirty="0"/>
          </a:p>
          <a:p>
            <a:r>
              <a:rPr b="1" dirty="0"/>
              <a:t>Authentication: </a:t>
            </a:r>
            <a:r>
              <a:rPr dirty="0"/>
              <a:t>Firebase Auth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4" name="arrow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382" y="1115568"/>
            <a:ext cx="3081419" cy="4626864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System Architecture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953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9048" y="1115568"/>
            <a:ext cx="4684014" cy="4626864"/>
          </a:xfrm>
        </p:spPr>
        <p:txBody>
          <a:bodyPr anchor="ctr">
            <a:normAutofit/>
          </a:bodyPr>
          <a:lstStyle/>
          <a:p>
            <a:r>
              <a:rPr b="1" dirty="0"/>
              <a:t>Clients: </a:t>
            </a:r>
            <a:r>
              <a:rPr dirty="0"/>
              <a:t>Admin, Member, User</a:t>
            </a:r>
          </a:p>
          <a:p>
            <a:r>
              <a:rPr b="1" dirty="0"/>
              <a:t>Firebase: </a:t>
            </a:r>
            <a:r>
              <a:rPr dirty="0"/>
              <a:t>Auth, </a:t>
            </a:r>
            <a:r>
              <a:rPr dirty="0" err="1"/>
              <a:t>Firestore</a:t>
            </a:r>
            <a:r>
              <a:rPr dirty="0"/>
              <a:t>, Storage</a:t>
            </a:r>
          </a:p>
          <a:p>
            <a:r>
              <a:rPr dirty="0"/>
              <a:t>Real-time Notifications using </a:t>
            </a:r>
            <a:r>
              <a:rPr dirty="0" err="1"/>
              <a:t>Firestore</a:t>
            </a:r>
            <a:endParaRPr dirty="0"/>
          </a:p>
          <a:p>
            <a:r>
              <a:rPr dirty="0"/>
              <a:t>Role-based routing and data access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4" name="arrow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1" y="1115568"/>
            <a:ext cx="2692580" cy="4626864"/>
          </a:xfrm>
        </p:spPr>
        <p:txBody>
          <a:bodyPr>
            <a:normAutofit/>
          </a:bodyPr>
          <a:lstStyle/>
          <a:p>
            <a:pPr algn="l"/>
            <a:r>
              <a:rPr lang="en-IN" sz="3100" b="1" dirty="0"/>
              <a:t>Admin</a:t>
            </a:r>
            <a:r>
              <a:rPr lang="en-IN" sz="3100" dirty="0"/>
              <a:t> </a:t>
            </a:r>
            <a:r>
              <a:rPr lang="en-IN" sz="3600" b="1" dirty="0"/>
              <a:t>Module</a:t>
            </a:r>
            <a:endParaRPr lang="en-IN" sz="3100" b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953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9048" y="1115568"/>
            <a:ext cx="4684014" cy="4626864"/>
          </a:xfrm>
        </p:spPr>
        <p:txBody>
          <a:bodyPr anchor="ctr">
            <a:normAutofit/>
          </a:bodyPr>
          <a:lstStyle/>
          <a:p>
            <a:r>
              <a:rPr dirty="0"/>
              <a:t>Add/View</a:t>
            </a:r>
            <a:r>
              <a:rPr lang="en-IN" dirty="0"/>
              <a:t>/</a:t>
            </a:r>
            <a:r>
              <a:rPr dirty="0"/>
              <a:t>Edit</a:t>
            </a:r>
            <a:r>
              <a:rPr lang="en-IN" dirty="0"/>
              <a:t>/Delete</a:t>
            </a:r>
            <a:r>
              <a:rPr dirty="0"/>
              <a:t> Members</a:t>
            </a:r>
          </a:p>
          <a:p>
            <a:r>
              <a:rPr dirty="0"/>
              <a:t>Create and Manage Bills</a:t>
            </a:r>
          </a:p>
          <a:p>
            <a:r>
              <a:rPr dirty="0"/>
              <a:t>Send Notifications </a:t>
            </a:r>
            <a:r>
              <a:rPr lang="en-IN" dirty="0"/>
              <a:t>(Selected Members)</a:t>
            </a:r>
            <a:endParaRPr dirty="0"/>
          </a:p>
          <a:p>
            <a:r>
              <a:rPr dirty="0"/>
              <a:t>Manage Supplements and Diet Plans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4" name="arrow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509" y="1115568"/>
            <a:ext cx="2615712" cy="4626864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Member Module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953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9048" y="1115568"/>
            <a:ext cx="4684014" cy="4626864"/>
          </a:xfrm>
        </p:spPr>
        <p:txBody>
          <a:bodyPr anchor="ctr">
            <a:normAutofit/>
          </a:bodyPr>
          <a:lstStyle/>
          <a:p>
            <a:r>
              <a:rPr dirty="0"/>
              <a:t>View Bills and Notifications</a:t>
            </a:r>
          </a:p>
          <a:p>
            <a:r>
              <a:rPr dirty="0"/>
              <a:t>Update Personal Profile</a:t>
            </a:r>
          </a:p>
          <a:p>
            <a:r>
              <a:rPr dirty="0"/>
              <a:t>View Member Details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4" name="arrow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750" y="1115568"/>
            <a:ext cx="3241221" cy="4626864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User Module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953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9048" y="1115568"/>
            <a:ext cx="4684014" cy="4626864"/>
          </a:xfrm>
        </p:spPr>
        <p:txBody>
          <a:bodyPr anchor="ctr">
            <a:normAutofit/>
          </a:bodyPr>
          <a:lstStyle/>
          <a:p>
            <a:r>
              <a:rPr dirty="0"/>
              <a:t>View Gym Information (Contact, Hours, Facilities)</a:t>
            </a:r>
          </a:p>
          <a:p>
            <a:r>
              <a:rPr dirty="0"/>
              <a:t>Read Announcements</a:t>
            </a:r>
          </a:p>
          <a:p>
            <a:r>
              <a:rPr dirty="0"/>
              <a:t>Track Personal Records (Activity Logs)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4" name="arrow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2597" y="1067443"/>
            <a:ext cx="3921645" cy="4626864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Authentication Workflow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953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9048" y="1115568"/>
            <a:ext cx="4684014" cy="4626864"/>
          </a:xfrm>
        </p:spPr>
        <p:txBody>
          <a:bodyPr anchor="ctr">
            <a:normAutofit/>
          </a:bodyPr>
          <a:lstStyle/>
          <a:p>
            <a:r>
              <a:rPr dirty="0"/>
              <a:t>Login and Registration with Role Selection</a:t>
            </a:r>
          </a:p>
          <a:p>
            <a:r>
              <a:rPr dirty="0"/>
              <a:t>Session Management using Firebase Auth</a:t>
            </a:r>
          </a:p>
          <a:p>
            <a:r>
              <a:rPr dirty="0"/>
              <a:t>Role-Based Redirection to Dashboards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4" name="arrow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262" y="1115568"/>
            <a:ext cx="2836959" cy="4626864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Firebase Integration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953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9048" y="1115568"/>
            <a:ext cx="4684014" cy="4626864"/>
          </a:xfrm>
        </p:spPr>
        <p:txBody>
          <a:bodyPr anchor="ctr">
            <a:normAutofit/>
          </a:bodyPr>
          <a:lstStyle/>
          <a:p>
            <a:r>
              <a:rPr dirty="0"/>
              <a:t>Configured in firebase-config.js</a:t>
            </a:r>
          </a:p>
          <a:p>
            <a:r>
              <a:rPr b="1" dirty="0"/>
              <a:t>Functions: </a:t>
            </a:r>
            <a:r>
              <a:rPr dirty="0" err="1"/>
              <a:t>addMember</a:t>
            </a:r>
            <a:r>
              <a:rPr dirty="0"/>
              <a:t>, </a:t>
            </a:r>
            <a:r>
              <a:rPr dirty="0" err="1"/>
              <a:t>addBill</a:t>
            </a:r>
            <a:r>
              <a:rPr dirty="0"/>
              <a:t>, </a:t>
            </a:r>
            <a:r>
              <a:rPr dirty="0" err="1"/>
              <a:t>addNotification</a:t>
            </a:r>
            <a:r>
              <a:rPr dirty="0"/>
              <a:t>, </a:t>
            </a:r>
            <a:r>
              <a:rPr dirty="0" err="1"/>
              <a:t>addSupplement</a:t>
            </a:r>
            <a:r>
              <a:rPr dirty="0"/>
              <a:t>, </a:t>
            </a:r>
            <a:r>
              <a:rPr dirty="0" err="1"/>
              <a:t>addDietPlan</a:t>
            </a:r>
            <a:r>
              <a:rPr lang="en-IN" dirty="0"/>
              <a:t>,</a:t>
            </a:r>
            <a:r>
              <a:rPr lang="en-IN" dirty="0" err="1"/>
              <a:t>addUser</a:t>
            </a:r>
            <a:endParaRPr dirty="0"/>
          </a:p>
          <a:p>
            <a:r>
              <a:rPr dirty="0" err="1"/>
              <a:t>Firestore</a:t>
            </a:r>
            <a:r>
              <a:rPr dirty="0"/>
              <a:t> collections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4" name="arrow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636" y="1115568"/>
            <a:ext cx="2846585" cy="4626864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Conclusion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953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9048" y="1115568"/>
            <a:ext cx="4684014" cy="4626864"/>
          </a:xfrm>
        </p:spPr>
        <p:txBody>
          <a:bodyPr anchor="ctr">
            <a:normAutofit/>
          </a:bodyPr>
          <a:lstStyle/>
          <a:p>
            <a:r>
              <a:rPr dirty="0"/>
              <a:t>Simplifies gym operations and enhances user experience</a:t>
            </a:r>
          </a:p>
          <a:p>
            <a:r>
              <a:rPr dirty="0"/>
              <a:t>Real-time updates and cloud storage</a:t>
            </a:r>
          </a:p>
          <a:p>
            <a:r>
              <a:rPr dirty="0"/>
              <a:t>Future improvements: Payment integration, Analytics dashboard, Mobile App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4" name="arrow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AC45A9-442B-000B-46C9-DAF866FF4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125C43F-4CEF-4FCB-6BE8-7288EB2A4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7" y="206826"/>
            <a:ext cx="8773886" cy="940498"/>
          </a:xfrm>
        </p:spPr>
        <p:txBody>
          <a:bodyPr>
            <a:normAutofit/>
          </a:bodyPr>
          <a:lstStyle/>
          <a:p>
            <a:r>
              <a:rPr lang="en-IN" sz="3600" b="1" dirty="0"/>
              <a:t>Login Page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47D222-E750-F751-7BD9-FF9099B39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52" y="1307939"/>
            <a:ext cx="7609113" cy="3800259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1E07028-E5B2-4F4B-508E-240E46C60041}"/>
              </a:ext>
            </a:extLst>
          </p:cNvPr>
          <p:cNvSpPr txBox="1">
            <a:spLocks/>
          </p:cNvSpPr>
          <p:nvPr/>
        </p:nvSpPr>
        <p:spPr>
          <a:xfrm>
            <a:off x="841552" y="5268813"/>
            <a:ext cx="7609112" cy="118487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User selects role and logs in securely. </a:t>
            </a:r>
          </a:p>
          <a:p>
            <a:r>
              <a:rPr lang="en-US" sz="2000" dirty="0"/>
              <a:t>User can be easily Register.</a:t>
            </a:r>
          </a:p>
        </p:txBody>
      </p:sp>
    </p:spTree>
    <p:extLst>
      <p:ext uri="{BB962C8B-B14F-4D97-AF65-F5344CB8AC3E}">
        <p14:creationId xmlns:p14="http://schemas.microsoft.com/office/powerpoint/2010/main" val="4143040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5" name="arrow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FB5A15-33DB-C67A-5BF8-87461FC32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38717-1C43-544D-08E3-0C59CA10B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185060"/>
            <a:ext cx="8665029" cy="793579"/>
          </a:xfrm>
        </p:spPr>
        <p:txBody>
          <a:bodyPr>
            <a:normAutofit/>
          </a:bodyPr>
          <a:lstStyle/>
          <a:p>
            <a:r>
              <a:rPr lang="en-IN" sz="3600" dirty="0"/>
              <a:t> </a:t>
            </a:r>
            <a:r>
              <a:rPr lang="en-IN" sz="3600" b="1" dirty="0"/>
              <a:t>Admin Dashboard</a:t>
            </a:r>
          </a:p>
        </p:txBody>
      </p:sp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id="{F8D4BF03-0795-D33B-AC21-90C76AA3A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43" y="1099458"/>
            <a:ext cx="7609113" cy="3984172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70792FB-B870-E4C2-8BCB-6EBE0735307D}"/>
              </a:ext>
            </a:extLst>
          </p:cNvPr>
          <p:cNvSpPr txBox="1">
            <a:spLocks/>
          </p:cNvSpPr>
          <p:nvPr/>
        </p:nvSpPr>
        <p:spPr>
          <a:xfrm>
            <a:off x="767443" y="5337514"/>
            <a:ext cx="7609113" cy="116633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Manage </a:t>
            </a:r>
            <a:r>
              <a:rPr lang="en-US" sz="2000" b="1" dirty="0"/>
              <a:t>Members, Add Member, select Package etc.</a:t>
            </a:r>
            <a:endParaRPr lang="en-US" sz="2000" dirty="0"/>
          </a:p>
          <a:p>
            <a:r>
              <a:rPr lang="en-US" sz="2000" dirty="0"/>
              <a:t>Logout functionality with session handling</a:t>
            </a:r>
          </a:p>
        </p:txBody>
      </p:sp>
    </p:spTree>
    <p:extLst>
      <p:ext uri="{BB962C8B-B14F-4D97-AF65-F5344CB8AC3E}">
        <p14:creationId xmlns:p14="http://schemas.microsoft.com/office/powerpoint/2010/main" val="210330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5" name="arrow.wav"/>
          </p:stSnd>
        </p:sndAc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463B3E-D1D9-2816-4DA0-7EB17671B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1016B-0476-02CD-17D4-F70917B1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211756"/>
            <a:ext cx="8665029" cy="794034"/>
          </a:xfrm>
        </p:spPr>
        <p:txBody>
          <a:bodyPr>
            <a:normAutofit/>
          </a:bodyPr>
          <a:lstStyle/>
          <a:p>
            <a:r>
              <a:rPr lang="en-IN" sz="3600" dirty="0"/>
              <a:t> </a:t>
            </a:r>
            <a:r>
              <a:rPr lang="en-IN" sz="3600" b="1" dirty="0"/>
              <a:t>Admin Dashboard</a:t>
            </a:r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37E44FEB-0050-DBC7-94F9-696AEB1F7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43" y="1164771"/>
            <a:ext cx="7609114" cy="371272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62C63F-B6B9-EC40-1C45-31CF8DE1DAF8}"/>
              </a:ext>
            </a:extLst>
          </p:cNvPr>
          <p:cNvSpPr txBox="1">
            <a:spLocks/>
          </p:cNvSpPr>
          <p:nvPr/>
        </p:nvSpPr>
        <p:spPr>
          <a:xfrm>
            <a:off x="767443" y="5028705"/>
            <a:ext cx="8078174" cy="116633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Dynamic calculation of </a:t>
            </a:r>
            <a:r>
              <a:rPr lang="en-US" sz="2000" b="1" dirty="0"/>
              <a:t>total amount.</a:t>
            </a:r>
            <a:endParaRPr lang="en-US" sz="2000" dirty="0"/>
          </a:p>
          <a:p>
            <a:r>
              <a:rPr lang="en-US" sz="2000" dirty="0"/>
              <a:t>Generates a </a:t>
            </a:r>
            <a:r>
              <a:rPr lang="en-US" sz="2000" b="1" dirty="0"/>
              <a:t>detailed bill summary</a:t>
            </a:r>
            <a:r>
              <a:rPr lang="en-US" sz="2000" dirty="0"/>
              <a:t>, viewable immediately on-screen.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5390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5" name="arrow.wav"/>
          </p:stSnd>
        </p:sndAc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804584-60F1-7F10-DA0E-4C932718A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E5EEE-A081-919F-923B-D34123F1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231006"/>
            <a:ext cx="8665029" cy="741146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  <a:r>
              <a:rPr lang="en-IN" sz="3600" b="1" dirty="0"/>
              <a:t>Admin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613755-0247-A02D-4662-200CEC7B1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42" y="1191723"/>
            <a:ext cx="7609115" cy="376533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FCDBC4-2135-FD0F-B2AE-AF42EAC31DD4}"/>
              </a:ext>
            </a:extLst>
          </p:cNvPr>
          <p:cNvSpPr txBox="1">
            <a:spLocks/>
          </p:cNvSpPr>
          <p:nvPr/>
        </p:nvSpPr>
        <p:spPr>
          <a:xfrm>
            <a:off x="636356" y="4957059"/>
            <a:ext cx="8078174" cy="153268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  <a:defRPr sz="1800"/>
            </a:pPr>
            <a:r>
              <a:rPr lang="en-US" sz="2000" dirty="0"/>
              <a:t>Types of Notification </a:t>
            </a:r>
          </a:p>
          <a:p>
            <a:pPr>
              <a:buFont typeface="Wingdings" panose="05000000000000000000" pitchFamily="2" charset="2"/>
              <a:buChar char="v"/>
              <a:defRPr sz="1800"/>
            </a:pPr>
            <a:r>
              <a:rPr lang="en-IN" sz="2000" dirty="0"/>
              <a:t>💸 </a:t>
            </a:r>
            <a:r>
              <a:rPr lang="en-IN" sz="2000" b="1" dirty="0"/>
              <a:t>Billing reminders  and  </a:t>
            </a:r>
            <a:r>
              <a:rPr lang="en-US" sz="2000" b="1" dirty="0"/>
              <a:t>Event alerts </a:t>
            </a:r>
          </a:p>
          <a:p>
            <a:pPr>
              <a:buFont typeface="Wingdings" panose="05000000000000000000" pitchFamily="2" charset="2"/>
              <a:buChar char="v"/>
              <a:defRPr sz="1800"/>
            </a:pPr>
            <a:r>
              <a:rPr lang="en-US" sz="2000" dirty="0"/>
              <a:t>📢 </a:t>
            </a:r>
            <a:r>
              <a:rPr lang="en-US" sz="2000" b="1" dirty="0"/>
              <a:t>Announcements  and  </a:t>
            </a:r>
            <a:r>
              <a:rPr lang="en-IN" sz="2000" b="1" dirty="0"/>
              <a:t>Class updates</a:t>
            </a:r>
            <a:r>
              <a:rPr lang="en-US" sz="2000" b="1" dirty="0"/>
              <a:t>  etc. </a:t>
            </a:r>
          </a:p>
        </p:txBody>
      </p:sp>
    </p:spTree>
    <p:extLst>
      <p:ext uri="{BB962C8B-B14F-4D97-AF65-F5344CB8AC3E}">
        <p14:creationId xmlns:p14="http://schemas.microsoft.com/office/powerpoint/2010/main" val="954251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5" name="arrow.wav"/>
          </p:stSnd>
        </p:sndAc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94A3AA-C0FF-538C-BCA3-9BFA40D6F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94215-A8C0-4150-3232-AF39FED8A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231006"/>
            <a:ext cx="8665029" cy="741146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  <a:r>
              <a:rPr lang="en-IN" sz="3600" b="1" dirty="0"/>
              <a:t>Admin Dashboard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B11D088-65C5-C005-61C2-E0A2E97CDEA5}"/>
              </a:ext>
            </a:extLst>
          </p:cNvPr>
          <p:cNvSpPr txBox="1">
            <a:spLocks/>
          </p:cNvSpPr>
          <p:nvPr/>
        </p:nvSpPr>
        <p:spPr>
          <a:xfrm>
            <a:off x="636356" y="5323113"/>
            <a:ext cx="7609115" cy="129540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Product details include: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🏷 </a:t>
            </a:r>
            <a:r>
              <a:rPr lang="en-US" sz="2000" b="1" dirty="0"/>
              <a:t>Name</a:t>
            </a:r>
            <a:r>
              <a:rPr lang="en-US" sz="2000" dirty="0"/>
              <a:t> and 📄 </a:t>
            </a:r>
            <a:r>
              <a:rPr lang="en-US" sz="2000" b="1" dirty="0"/>
              <a:t>Description</a:t>
            </a:r>
            <a:endParaRPr lang="en-US" sz="20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💵 </a:t>
            </a:r>
            <a:r>
              <a:rPr lang="en-US" sz="2000" b="1" dirty="0"/>
              <a:t>Price</a:t>
            </a:r>
            <a:r>
              <a:rPr lang="en-US" sz="2000" dirty="0"/>
              <a:t> and 📦 </a:t>
            </a:r>
            <a:r>
              <a:rPr lang="en-US" sz="2000" b="1" dirty="0"/>
              <a:t>Stock quantity</a:t>
            </a:r>
            <a:endParaRPr lang="en-US" sz="2000" dirty="0"/>
          </a:p>
        </p:txBody>
      </p:sp>
      <p:pic>
        <p:nvPicPr>
          <p:cNvPr id="10" name="Picture 9" descr="A screenshot of a computer">
            <a:extLst>
              <a:ext uri="{FF2B5EF4-FFF2-40B4-BE49-F238E27FC236}">
                <a16:creationId xmlns:a16="http://schemas.microsoft.com/office/drawing/2014/main" id="{8B32F9B3-3B36-EBFD-CFD1-77EC48059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13" y="1142815"/>
            <a:ext cx="7609116" cy="391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499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5" name="arrow.wav"/>
          </p:stSnd>
        </p:sndAc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5C52B9-BBF0-67D0-2296-9E7CB010D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F6991-B6EB-4841-2440-FE8DACAC8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231006"/>
            <a:ext cx="8665029" cy="741146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  <a:r>
              <a:rPr lang="en-IN" sz="3600" b="1" dirty="0"/>
              <a:t>Admin Dashboard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206C24-43CB-F558-8C5E-668680946E7E}"/>
              </a:ext>
            </a:extLst>
          </p:cNvPr>
          <p:cNvSpPr txBox="1">
            <a:spLocks/>
          </p:cNvSpPr>
          <p:nvPr/>
        </p:nvSpPr>
        <p:spPr>
          <a:xfrm>
            <a:off x="636357" y="5163891"/>
            <a:ext cx="7702100" cy="149816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Admins can </a:t>
            </a:r>
            <a:r>
              <a:rPr lang="en-US" b="1" dirty="0"/>
              <a:t>create and manage customized diet plans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Each diet plan includes: </a:t>
            </a:r>
            <a:r>
              <a:rPr lang="en-IN" b="1" dirty="0"/>
              <a:t>Plan Name,</a:t>
            </a:r>
            <a:r>
              <a:rPr lang="en-IN" dirty="0"/>
              <a:t> </a:t>
            </a:r>
            <a:r>
              <a:rPr lang="en-IN" b="1" dirty="0"/>
              <a:t>Description,</a:t>
            </a:r>
            <a:r>
              <a:rPr lang="en-IN" dirty="0"/>
              <a:t> </a:t>
            </a:r>
            <a:r>
              <a:rPr lang="en-IN" b="1" dirty="0"/>
              <a:t>Calories,</a:t>
            </a:r>
            <a:r>
              <a:rPr lang="en-IN" dirty="0"/>
              <a:t> </a:t>
            </a:r>
            <a:r>
              <a:rPr lang="en-IN" b="1" dirty="0"/>
              <a:t>Duration</a:t>
            </a:r>
            <a:r>
              <a:rPr lang="en-IN" dirty="0"/>
              <a:t> (e.g., 4 weeks),</a:t>
            </a:r>
            <a:r>
              <a:rPr lang="en-IN" b="1" dirty="0"/>
              <a:t>Difficulty Level</a:t>
            </a:r>
            <a:r>
              <a:rPr lang="en-IN" dirty="0"/>
              <a:t> (Beginner ,Intermediate, Advanced) etc.</a:t>
            </a:r>
          </a:p>
        </p:txBody>
      </p:sp>
      <p:pic>
        <p:nvPicPr>
          <p:cNvPr id="5" name="Picture 4" descr="A screenshot of a chat&#10;&#10;AI-generated content may be incorrect.">
            <a:extLst>
              <a:ext uri="{FF2B5EF4-FFF2-40B4-BE49-F238E27FC236}">
                <a16:creationId xmlns:a16="http://schemas.microsoft.com/office/drawing/2014/main" id="{60A84DFE-AE1F-2B59-F2CB-DB0855951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29" y="1191663"/>
            <a:ext cx="7505241" cy="379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57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5" name="arrow.wav"/>
          </p:stSnd>
        </p:sndAc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E05D97-26DB-14F2-CCB5-B733D21C9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E225C-08BD-BA58-C59D-A6DFB7EBF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71" y="206823"/>
            <a:ext cx="8610599" cy="756573"/>
          </a:xfrm>
        </p:spPr>
        <p:txBody>
          <a:bodyPr>
            <a:normAutofit/>
          </a:bodyPr>
          <a:lstStyle/>
          <a:p>
            <a:r>
              <a:rPr lang="en-IN" sz="3600" b="1" dirty="0"/>
              <a:t>Member Profile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C46217-2245-B614-F758-EC18B647E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43" y="1191724"/>
            <a:ext cx="7609113" cy="346958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82201-B546-BA6C-5849-3318ECB53F63}"/>
              </a:ext>
            </a:extLst>
          </p:cNvPr>
          <p:cNvSpPr txBox="1">
            <a:spLocks/>
          </p:cNvSpPr>
          <p:nvPr/>
        </p:nvSpPr>
        <p:spPr>
          <a:xfrm>
            <a:off x="767443" y="4889633"/>
            <a:ext cx="7609113" cy="11971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  <a:defRPr sz="1800"/>
            </a:pPr>
            <a:r>
              <a:rPr lang="en-US" sz="2000" dirty="0"/>
              <a:t>Manage </a:t>
            </a:r>
            <a:r>
              <a:rPr lang="en-US" sz="2000" b="1" dirty="0"/>
              <a:t>Members, Add Member, select Package etc.</a:t>
            </a:r>
            <a:endParaRPr lang="en-US" sz="2000" dirty="0"/>
          </a:p>
          <a:p>
            <a:pPr>
              <a:buFont typeface="Wingdings" panose="05000000000000000000" pitchFamily="2" charset="2"/>
              <a:buChar char="v"/>
              <a:defRPr sz="1800"/>
            </a:pPr>
            <a:r>
              <a:rPr lang="en-US" sz="2000" dirty="0"/>
              <a:t>Logout functionality with session handling</a:t>
            </a:r>
          </a:p>
        </p:txBody>
      </p:sp>
    </p:spTree>
    <p:extLst>
      <p:ext uri="{BB962C8B-B14F-4D97-AF65-F5344CB8AC3E}">
        <p14:creationId xmlns:p14="http://schemas.microsoft.com/office/powerpoint/2010/main" val="210197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5" name="arrow.wav"/>
          </p:stSnd>
        </p:sndAc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DA9EE2-5161-8BDF-368D-7432C2BC8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FA36F-DE31-80FE-723C-5C4775F21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29" y="219405"/>
            <a:ext cx="8730341" cy="733496"/>
          </a:xfrm>
        </p:spPr>
        <p:txBody>
          <a:bodyPr>
            <a:normAutofit/>
          </a:bodyPr>
          <a:lstStyle/>
          <a:p>
            <a:r>
              <a:rPr lang="en-IN" sz="3600" b="1" dirty="0"/>
              <a:t>Member Profile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834DD8-3637-C8A3-C057-9D59909C8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43" y="1244242"/>
            <a:ext cx="7609113" cy="346600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574F9F-F8C3-1C6B-9D6D-D053D855D6AE}"/>
              </a:ext>
            </a:extLst>
          </p:cNvPr>
          <p:cNvSpPr txBox="1">
            <a:spLocks/>
          </p:cNvSpPr>
          <p:nvPr/>
        </p:nvSpPr>
        <p:spPr>
          <a:xfrm>
            <a:off x="767443" y="4904755"/>
            <a:ext cx="7609113" cy="137935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  <a:defRPr sz="1800"/>
            </a:pPr>
            <a:r>
              <a:rPr lang="en-US" sz="2000" dirty="0"/>
              <a:t>Accessible via the </a:t>
            </a:r>
            <a:r>
              <a:rPr lang="en-US" sz="2000" b="1" dirty="0"/>
              <a:t>"Notifications" tab</a:t>
            </a:r>
            <a:r>
              <a:rPr lang="en-US" sz="2000" dirty="0"/>
              <a:t> in the  sidebar.</a:t>
            </a:r>
          </a:p>
          <a:p>
            <a:pPr>
              <a:buFont typeface="Wingdings" panose="05000000000000000000" pitchFamily="2" charset="2"/>
              <a:buChar char="v"/>
              <a:defRPr sz="1800"/>
            </a:pPr>
            <a:r>
              <a:rPr lang="en-US" sz="2000" dirty="0"/>
              <a:t>Members receive </a:t>
            </a:r>
            <a:r>
              <a:rPr lang="en-US" sz="2000" b="1" dirty="0"/>
              <a:t>real-time notifications</a:t>
            </a:r>
            <a:r>
              <a:rPr lang="en-US" sz="2000" dirty="0"/>
              <a:t> sent by Admins.</a:t>
            </a:r>
          </a:p>
        </p:txBody>
      </p:sp>
    </p:spTree>
    <p:extLst>
      <p:ext uri="{BB962C8B-B14F-4D97-AF65-F5344CB8AC3E}">
        <p14:creationId xmlns:p14="http://schemas.microsoft.com/office/powerpoint/2010/main" val="360940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5" name="arrow.wav"/>
          </p:stSnd>
        </p:sndAc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81CBBF-3C1E-03B2-F111-FAA4A58A7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3575-405F-F74C-54B1-8A9E1AC8B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6" y="173256"/>
            <a:ext cx="8752113" cy="721894"/>
          </a:xfrm>
        </p:spPr>
        <p:txBody>
          <a:bodyPr>
            <a:normAutofit/>
          </a:bodyPr>
          <a:lstStyle/>
          <a:p>
            <a:r>
              <a:rPr lang="en-IN" sz="3600" b="1" dirty="0"/>
              <a:t>User Info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B73723-462E-7B7F-62DB-5D48FF0C0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43" y="1073878"/>
            <a:ext cx="7609113" cy="354547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3C2F1DD-1FAF-C728-7ECC-A2EECE219F21}"/>
              </a:ext>
            </a:extLst>
          </p:cNvPr>
          <p:cNvSpPr txBox="1">
            <a:spLocks/>
          </p:cNvSpPr>
          <p:nvPr/>
        </p:nvSpPr>
        <p:spPr>
          <a:xfrm>
            <a:off x="767443" y="4724401"/>
            <a:ext cx="7609113" cy="137935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Shows </a:t>
            </a:r>
            <a:r>
              <a:rPr lang="en-US" sz="2000" b="1" dirty="0"/>
              <a:t>Gym Information</a:t>
            </a:r>
            <a:r>
              <a:rPr lang="en-US" sz="2000" dirty="0"/>
              <a:t> like</a:t>
            </a:r>
            <a:r>
              <a:rPr lang="en-US" sz="2000" b="1" dirty="0"/>
              <a:t>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📍 </a:t>
            </a:r>
            <a:r>
              <a:rPr lang="en-US" sz="2000" b="1" dirty="0"/>
              <a:t>Address</a:t>
            </a:r>
            <a:r>
              <a:rPr lang="en-US" sz="2000" dirty="0"/>
              <a:t> and 📞 </a:t>
            </a:r>
            <a:r>
              <a:rPr lang="en-US" sz="2000" b="1" dirty="0"/>
              <a:t>Contact Details</a:t>
            </a:r>
          </a:p>
          <a:p>
            <a:pPr>
              <a:buFont typeface="Wingdings" panose="05000000000000000000" pitchFamily="2" charset="2"/>
              <a:buChar char="v"/>
              <a:defRPr sz="1800"/>
            </a:pPr>
            <a:r>
              <a:rPr lang="en-US" sz="2000" dirty="0"/>
              <a:t>🕒 </a:t>
            </a:r>
            <a:r>
              <a:rPr lang="en-US" sz="2000" b="1" dirty="0"/>
              <a:t>Operating Hours</a:t>
            </a:r>
            <a:r>
              <a:rPr lang="en-US" sz="2000" dirty="0"/>
              <a:t> for weekdays and weekends.</a:t>
            </a:r>
          </a:p>
        </p:txBody>
      </p:sp>
    </p:spTree>
    <p:extLst>
      <p:ext uri="{BB962C8B-B14F-4D97-AF65-F5344CB8AC3E}">
        <p14:creationId xmlns:p14="http://schemas.microsoft.com/office/powerpoint/2010/main" val="201609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5" name="arrow.wav"/>
          </p:stSnd>
        </p:sndAc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33D7BE-F6F5-727A-67A8-EC4B249B8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B3514-A585-412A-2849-A4A37F216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6" y="217713"/>
            <a:ext cx="8752113" cy="751113"/>
          </a:xfrm>
        </p:spPr>
        <p:txBody>
          <a:bodyPr>
            <a:normAutofit/>
          </a:bodyPr>
          <a:lstStyle/>
          <a:p>
            <a:r>
              <a:rPr lang="en-IN" sz="3600" b="1" dirty="0"/>
              <a:t>User Info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A92FEE-9429-5932-9F6C-CF17EC68C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10" y="1170591"/>
            <a:ext cx="7609114" cy="354547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8D8CD5D-03A3-F769-72BD-35E18FE9462A}"/>
              </a:ext>
            </a:extLst>
          </p:cNvPr>
          <p:cNvSpPr txBox="1">
            <a:spLocks/>
          </p:cNvSpPr>
          <p:nvPr/>
        </p:nvSpPr>
        <p:spPr>
          <a:xfrm>
            <a:off x="734785" y="4981689"/>
            <a:ext cx="7609114" cy="117848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  <a:defRPr sz="1800"/>
            </a:pPr>
            <a:r>
              <a:rPr lang="en-US" sz="2000" dirty="0"/>
              <a:t>Log and view </a:t>
            </a:r>
            <a:r>
              <a:rPr lang="en-US" sz="2000" b="1" dirty="0"/>
              <a:t>personal fitness activities.</a:t>
            </a:r>
            <a:endParaRPr lang="en-US" sz="2000" dirty="0"/>
          </a:p>
          <a:p>
            <a:pPr>
              <a:buFont typeface="Wingdings" panose="05000000000000000000" pitchFamily="2" charset="2"/>
              <a:buChar char="v"/>
              <a:defRPr sz="1800"/>
            </a:pPr>
            <a:r>
              <a:rPr lang="en-US" sz="2000" dirty="0"/>
              <a:t>Track </a:t>
            </a:r>
            <a:r>
              <a:rPr lang="en-US" sz="2000" b="1" dirty="0"/>
              <a:t>date, duration, type</a:t>
            </a:r>
            <a:r>
              <a:rPr lang="en-US" sz="2000" dirty="0"/>
              <a:t>, and </a:t>
            </a:r>
            <a:r>
              <a:rPr lang="en-US" sz="2000" b="1" dirty="0"/>
              <a:t>notes</a:t>
            </a:r>
            <a:r>
              <a:rPr lang="en-US" sz="2000" dirty="0"/>
              <a:t> of each workout.</a:t>
            </a:r>
          </a:p>
        </p:txBody>
      </p:sp>
    </p:spTree>
    <p:extLst>
      <p:ext uri="{BB962C8B-B14F-4D97-AF65-F5344CB8AC3E}">
        <p14:creationId xmlns:p14="http://schemas.microsoft.com/office/powerpoint/2010/main" val="270774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5" name="arrow.wav"/>
          </p:stSnd>
        </p:sndAc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DC90D0-B50D-A570-12C4-9CA257B54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37D3721-024E-9CEC-F065-9D4FCEDC0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BD41D-2D1B-43B8-8F6D-B725C43CE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106" y="1261641"/>
            <a:ext cx="3072953" cy="4052528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/>
              <a:t>GitHub &amp; Live Demo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1EF753-D10C-7083-A2BF-7F581C355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953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16E3D-7211-BC3D-C0B6-E772E1052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9024" y="1551700"/>
            <a:ext cx="4948290" cy="3472409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v"/>
              <a:defRPr sz="2000"/>
            </a:pPr>
            <a:r>
              <a:rPr lang="en-IN" b="1" dirty="0"/>
              <a:t>🔗 </a:t>
            </a:r>
            <a:r>
              <a:rPr lang="en-US" b="1" dirty="0"/>
              <a:t>GitHub: </a:t>
            </a:r>
            <a:r>
              <a:rPr lang="en-IN" dirty="0" err="1">
                <a:hlinkClick r:id="rId4"/>
              </a:rPr>
              <a:t>AbhayMParmar</a:t>
            </a:r>
            <a:r>
              <a:rPr lang="en-IN" dirty="0">
                <a:hlinkClick r:id="rId4"/>
              </a:rPr>
              <a:t>/Gym-Management-System</a:t>
            </a:r>
            <a:endParaRPr lang="en-IN" dirty="0"/>
          </a:p>
          <a:p>
            <a:pPr marL="36900" indent="0">
              <a:buNone/>
              <a:defRPr sz="2000"/>
            </a:pPr>
            <a:r>
              <a:rPr lang="en-IN" b="1" dirty="0"/>
              <a:t> </a:t>
            </a:r>
          </a:p>
          <a:p>
            <a:pPr>
              <a:buFont typeface="Wingdings" panose="05000000000000000000" pitchFamily="2" charset="2"/>
              <a:buChar char="v"/>
              <a:defRPr sz="2000"/>
            </a:pPr>
            <a:r>
              <a:rPr lang="en-IN" b="1" dirty="0"/>
              <a:t>🚀</a:t>
            </a:r>
            <a:r>
              <a:rPr lang="en-US" b="1" dirty="0"/>
              <a:t>Live Site: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GYM Management System - Login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859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2" name="arrow.wav"/>
          </p:stSnd>
        </p:sndAc>
      </p:transition>
    </mc:Choice>
    <mc:Fallback xmlns="">
      <p:transition spd="slow">
        <p:split orient="vert"/>
        <p:sndAc>
          <p:stSnd>
            <p:snd r:embed="rId6" name="arrow.wav"/>
          </p:stSnd>
        </p:sndAc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1724</TotalTime>
  <Words>501</Words>
  <Application>Microsoft Office PowerPoint</Application>
  <PresentationFormat>On-screen Show (4:3)</PresentationFormat>
  <Paragraphs>82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Calisto MT</vt:lpstr>
      <vt:lpstr>Wingdings</vt:lpstr>
      <vt:lpstr>Wingdings 2</vt:lpstr>
      <vt:lpstr>Slate</vt:lpstr>
      <vt:lpstr>Gym Management System</vt:lpstr>
      <vt:lpstr>Introduction</vt:lpstr>
      <vt:lpstr>Features</vt:lpstr>
      <vt:lpstr>Technology Stack</vt:lpstr>
      <vt:lpstr>System Architecture</vt:lpstr>
      <vt:lpstr>Admin Module</vt:lpstr>
      <vt:lpstr>Member Module</vt:lpstr>
      <vt:lpstr>User Module</vt:lpstr>
      <vt:lpstr>Authentication Workflow</vt:lpstr>
      <vt:lpstr>Firebase Integration</vt:lpstr>
      <vt:lpstr>Conclusion</vt:lpstr>
      <vt:lpstr>Login Page</vt:lpstr>
      <vt:lpstr> Admin Dashboard</vt:lpstr>
      <vt:lpstr> Admin Dashboard</vt:lpstr>
      <vt:lpstr> Admin Dashboard</vt:lpstr>
      <vt:lpstr> Admin Dashboard</vt:lpstr>
      <vt:lpstr> Admin Dashboard</vt:lpstr>
      <vt:lpstr>Member Profile</vt:lpstr>
      <vt:lpstr>Member Profile</vt:lpstr>
      <vt:lpstr>User Info Page</vt:lpstr>
      <vt:lpstr>User Info Page</vt:lpstr>
      <vt:lpstr>GitHub &amp; Live Demo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Parmar Abhay</cp:lastModifiedBy>
  <cp:revision>15</cp:revision>
  <dcterms:created xsi:type="dcterms:W3CDTF">2013-01-27T09:14:16Z</dcterms:created>
  <dcterms:modified xsi:type="dcterms:W3CDTF">2025-05-05T04:07:42Z</dcterms:modified>
  <cp:category/>
</cp:coreProperties>
</file>